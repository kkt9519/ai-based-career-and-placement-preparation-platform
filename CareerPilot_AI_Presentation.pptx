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</a:defRPr>
            </a:pPr>
            <a:r>
              <a:t>FINAL YEAR B.TECH CAPSTONE PROJECT PRESENTATION</a:t>
            </a:r>
          </a:p>
          <a:p>
            <a:pPr>
              <a:spcAft>
                <a:spcPts val="800"/>
              </a:spcAft>
              <a:defRPr sz="4800" b="1">
                <a:solidFill>
                  <a:srgbClr val="FFFFFF"/>
                </a:solidFill>
              </a:defRPr>
            </a:pPr>
            <a:r>
              <a:t>CareerPilot AI</a:t>
            </a:r>
          </a:p>
          <a:p>
            <a:pPr>
              <a:spcAft>
                <a:spcPts val="2000"/>
              </a:spcAft>
              <a:defRPr sz="2200">
                <a:solidFill>
                  <a:srgbClr val="DBEAFE"/>
                </a:solidFill>
              </a:defRPr>
            </a:pPr>
            <a:r>
              <a:t>AI-Based Career and Placement Preparation Platform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Bridging academic curricula and industry hiring standards through Google Gemini AI, ATS scoring, interactive mock interviews, and personalized career roadmaps.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1206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Department of Computer Science &amp; Design  |  Academic Year: 2025–2026</a:t>
            </a:r>
            <a:br/>
            <a:r>
              <a:t>Tech Stack: React 18, Node.js, Express, MongoDB, Google Gemini AI, Tailwind 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Problem Statement &amp; Industry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11D48"/>
                </a:solidFill>
              </a:defRPr>
            </a:pPr>
            <a:r>
              <a:t>[THE ATS GAP] 1. Resume Filtering Dilemma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Over 75% of resumes are filtered out by automated Applicant Tracking Systems (ATS) before human review.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Students lack objective feedback on missing technical keywords and formatting errors.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Generic word templates fail to highlight project impact with measurable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[MOCK INTERVIEW VOID] 2. Interview Anxiety &amp; Gaps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Students experience significant anxiety during technical and HR placement rounds.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Limited access to experienced technical interviewers for practice and viva feedback.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Evaluation is subjective without standardized scoring across communication and technical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[FRAGMENTED TOOLS] 3. Fragmented Preparation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Students juggle disconnected resources: LeetCode for DSA, YouTube for roadmaps, job portals for listings.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No unified metric measuring overall 'Placement Readiness Index' (0-100%).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Colleges lack centralized visibility into student readiness and skill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Proposed Solution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[OBJECTIVES] Key Project Objectives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Develop an AI-powered ATS Resume Analyzer that scores resumes out of 100 with category breakdowns (Impact, Completeness, Skills, Formatting).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Build an AI Mock Interview Studio with timed technical and HR rounds, evaluating answers on 5 institutional criteria.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Implement an Aptitude &amp; Coding Practice Suite with timed tests, answer evaluation, and technical viva explanations.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Provide Dynamic Career Roadmaps and Placement Portal with transparent match calculation: 75% Required + 25% Preferred.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Deliver an Administrator Governance Console for candidate metrics, job listings, and question bank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[INNOVATION] The CareerPilot AI Innovation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Dual-Engine Intelligence: Combines Google Gemini 1.5 Flash with a Deterministic Semantic Fallback Engine for 100% reliability.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Real-Time Readiness Index: Aggregates profile completeness, resume score, interview performance, and assessment results dynamically.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Skill Gap Matrix: Contrasts student competencies against real target job roles (MERN, Java, Full Stack).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Enterprise Security: Full HttpOnly SameSite cookie authentication, bcrypt hashing, and strict role guards.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Zero External Mocking in Tests: 70 automated tests validating all endpoints without paid API dependencies.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MONOREPO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Full-Stack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[PRESENTATION LAYER] Frontend Client (Vite + React)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React 18 Single Page Application with Tailwind CSS 3.4.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Axios instance with withCredentials: true for seamless cookie handling.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Global state via React Context (AuthContext &amp; ThemeContext).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Interactive circular SVG score gauges, category progress bars, and timed quiz interfaces.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Client-side routing protected by ProtectedRoute and AdminRoute.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1B4B"/>
                </a:solidFill>
              </a:defRPr>
            </a:pPr>
            <a:r>
              <a:t>[APPLICATION LAYER] Backend Services (Node.js &amp; Express)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RESTful modular architecture (Controllers, Middleware, Routes, Validators, Services).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HttpOnly cookie token retrieval with Bearer token fallback for testing.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Multer file streaming with pdf-parse and mammoth for clean text extraction.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Rate limiting (authLimiter) to mitigate brute-force attacks.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Centralized error handling with Zod validation schemas.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[DATA &amp; AI LAYER] Database &amp; AI Layer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MongoDB with Mongoose ODM modeling 10 distinct entities.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Bcrypt password hashing (10 salt rounds) in pre-save hooks.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Google Gemini 1.5 Flash via @google/generative-ai official SDK.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Heuristic Semantic Engine ensuring zero downtime viva defense.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Local disk storage for uploaded resumes with cleanup on deletion.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CORE TECHNICAL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Module 1: AI Resume Analyzer &amp; ATS Scorer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[PIPELINE] Ingestion &amp; Parsing Pipeline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Multi-Format Upload: Supports .pdf and .docx documents up to 5MB.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Text Sanitization: pdf-parse strips non-printable ASCII control characters and normalizes whitespace.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Role Calibration: Evaluates text against target placement roles: MERN Stack, Java Developer, Full Stack, Frontend, etc.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Dual-Engine Execution: Sends structured prompt to Gemini 1.5 Flash; automatically falls back to deterministic heuristic engine if offline.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Disk Cleanup: Corrupt files and deleted resumes are immediately unlinked from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[ANALYTICS] Structured Output &amp; Reporting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Overall Score: Recruiter-calibrated score out of 100.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Category Scores: Technical Skills, Completeness, Impact/Metrics, and ATS Formatting.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Skill Gap Matrix: Visual chips of identified keywords vs. missing competencies.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Actionable Feedback: 3-5 profile strengths, weaknesses, and concrete recommendations.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Capstone Project Ideas: Recommends project ideas to bridge detected missing skills.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Academic Disclaimer: Explicitly notes the score is an educational preparation metric, not an employer hiring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INTERACTIVE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Module 2: AI Mock Interview 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[EXPERIENCE] Interview Modes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Technical Track: Role-specific questions covering JavaScript, React, Node.js, Spring Boot, SQL, and DSA.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HR / Behavioral Track: Situational questions based on teamwork, conflict resolution, leadership, and STAR methodology.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Live Countdown Timer: Replicates authentic placement test pressure.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Question Progression: Sequential question answering with state preservation.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[RUBRIC] 5-Criteria AI Evaluation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1. Relevance (20 pts): Does answer address the specific question?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2. Technical Accuracy (20 pts): Are technical terms and concepts correct?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3. Clarity &amp; Structure (20 pts): Is the explanation coherent?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4. Completeness (20 pts): Are edge cases and examples mentioned?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5. Communication (20 pts): Is phrasing professional and articulate?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[VIVA PREP] Actionable Feedback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Instant AI Critiques: Question-by-question scoring and strengths.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Viva Phrasing Tips: Recommends improved answers for campus placement interviews.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Performance Report: Overall score out of 100 with category badges.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Interview History: Comprehensive session logs preserved in MongoDB.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PLACEMENT TEST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Module 3: Aptitude &amp; Coding Practice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[CONTENT DOMAINS] 5 Assessment Categories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Quantitative Aptitude: Time &amp; Work, Speed &amp; Distance, Profit &amp; Loss, Percentages, and Probability.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Logical Reasoning: Syllogisms, Coding-Decoding, Blood Relations, and Number Series.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Verbal Ability: Sentence Correction, Reading Comprehension, and Technical Vocabulary.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Core Computer Science: Data Structures, Operating Systems (Threads, Deadlocks), DBMS (SQL, Normalization), and Networks.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Coding Challenges: LeetCode-style algorithmic questions with constraints and complexity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[TEST ENGINE] Testing Room &amp; Analytics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Interactive Palette: Tracks Answered, Flagged for Review, and Unvisited questions in real time.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Timed Session Engine: Automatic test submission when countdown timer reaches zero.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Deep Technical Explanations: Every question provides step-by-step mathematical or code solutions for viva review.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Historical Analytics: Category-wise accuracy breakdown (Quant vs. Core CS vs. Coding).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Sanitized Delivery: Correct answers are never sent to client during the active test session.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CAREER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Module 4: Career Roadmaps &amp; Placement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[LEARNING PATHS] Personalized Career Roadmaps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Target Role Alignment: Curated learning paths for MERN Stack, Java Developer, Full Stack, and Frontend Engineer.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Milestone Tracking: Step-by-step progress tracking with real-time percentage completion calculation.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Curated Learning Resources: Links to high-quality documentation, full-stack open curricula, and DSA sheets.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Capstone Recommendations: Guided project suggestions designed to bridge identified resume gaps.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[PLACEMENTS] Placement &amp; Internship Portal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Transparent Compatibility Formula:</a:t>
            </a:r>
            <a:br/>
            <a:r>
              <a:t>Match % = (75% × Required Match) + (25% × Preferred Match).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Job Exploration: Filter placement opportunities by work mode (Remote, Hybrid, Onsite) and job type.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Shortlisting: Bookmark jobs for quick access.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1-Click Application: Submit applications with personal notes, tracked across Applied, Review, and Shortlisted statuses.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INSTITUTIONAL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Module 5: Admin Governance Console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[KPIS] Platform Analytics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Real-time KPI metrics aggregated from MongoDB collections.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Total Students registered across departments.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Total Resumes parsed and ATS scores computed.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Mock Interviews completed and average score metrics.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Active Job Postings and total applications submitted.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1B4B"/>
                </a:solidFill>
              </a:defRPr>
            </a:pPr>
            <a:r>
              <a:t>[USERS] Candidate Governance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Paginated student directory with search by name, email, and target role.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1-Click Account Status Toggle: Activate or Suspend candidates instantly.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Profile inspection: View candidate placement readiness index and resume scores.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RBAC Security: Admin dashboard is inaccessible to student accounts (403 Forbidden).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[CRUD ENGINE] Job &amp; Question CRUD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Job Management: Create, edit, and delete campus job postings.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Question Bank Management: Add, update, and remove questions with answer keys and explanations.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Category Tagging: Map questions to Aptitude, Core CS, or Coding rounds.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SECURITY &amp;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Enterprise Security &amp; Authentication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[COOKIE SESSIONS] HttpOnly Cookie Authentication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Zero Long-Lived Storage in localStorage: JWT is stored strictly in HttpOnly, SameSite, Secure cookies.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XSS Mitigation: Malicious client scripts cannot read or exfiltrate the authentication token.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Dual Token Acceptance: Middleware inspects req.cookies.token first, falling back to Authorization header for API tools and automated tests.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Session Termination: Logout endpoint explicitly clears cookie with Expired timestamp.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CORS with Credentials: Configured with credentials: true and dynamic origin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[HARDENING] Password &amp; Privilege Defense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Bcrypt Hashing: Passwords hashed with 10 salt rounds in pre-save hooks; plain text never stored.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select: false: Password field is excluded from queries by default.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Privilege Defense: Public registration strictly forces role: 'student'. Users cannot self-assign admin status.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Rate Limiting: authLimiter restricts login/registration to 25 requests per 15 minutes to block brute-force attacks.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Safe Error Messages: Generic 'Invalid email or password' message prevents user enumeration.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MONGODB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Database Schema &amp; Entity-Relationship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[ENTITIES 1-5] Core User &amp; Evaluation Models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User: Credentials, profile (CGPA, degree, links), target role, skills, account status.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Resume: User reference, file metadata, physical storage path, cleaned extracted text.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ResumeAnalysis: Overall score, 4 category scores, identified/missing skills, recommendations, disclaimer.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InterviewSession: Track (Tech/HR), target role, questions, answers, 5-criteria scores, feedback.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CareerRoadmap: Personalized milestones, checklist items, and completion percentages.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[ENTITIES 6-10] Placement &amp; Testing Models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Job: Title, company, location, type, required &amp; preferred skills, salary, deadline.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SavedJob: Candidate bookmark references.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JobApplication: Candidate application notes and status tracking (applied, review, shortlisted).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Question: Category, difficulty, question text, options, correct answer, viva explanation.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Assessment: Timed session records, answers submitted, score breakdown, and time spent.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ROBUSTNESS &amp;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Testing, Verification &amp;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[100% PASS RATE] Automated Test Suites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8 Test Suites: 100% Passed (70/70 tests).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auth.test.js: 15 tests covering registration, cookies, password hashing, and logout.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resume_analyzer_isolated.test.js: 12 tests with mocked Gemini AI.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admin.test.js: 9 tests for RBAC, user management, and job CRUD.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jobs.test.js: 7 tests for matching formula and applications.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[MOCK ISOLATION] Isolation &amp; Zero Cost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Mocked Gemini SDK: Uses jest.mock('@google/generative-ai') to guarantee 0 paid API calls during automated CI/CD.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Fallback Verification: Automated tests prove system falls back seamlessly if AI quota is exhausted.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Security Verification: Tests prove unauthenticated requests to /api/users/dashboard receive 401.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Input Validation: Zod schemas tested with invalid emails and short passwords.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1B4B"/>
                </a:solidFill>
              </a:defRPr>
            </a:pPr>
            <a:r>
              <a:t>[DEPLOY READY] Build &amp; Deployment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Frontend Vite Build: npm run build successfully compiles without errors.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Single Page App Routing: vercel.json rewrites all client routes to /index.html.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Render Blueprint: render.yaml automates backend deployment.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Git Integrity: Clean commits on main branch at github.com/kkt9519.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DEMONSTRATION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Live Demonstration Walkthrough (5-Minute Viva Plan)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[STUDENT FLOW] Demo Credentials &amp; Navigation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Step 1: Open http://localhost:5173 on browser.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Step 2: 1-Click Demo Login as Student (student@careerpilot.ai / StudentPassword123!).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Step 3: Show Dynamic Student Dashboard with calculated Placement Readiness Index (84%).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Step 4: Navigate to AI Resume Analyzer, select role, and trigger Gemini ATS analysis.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Step 5: Inspect circular score gauge, matched vs. missing skills, and capstone suggestions.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[ADMIN &amp; VIVA FLOW] Interview, Quiz &amp; Admin Governance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Step 6: Start Mock Interview, answer technical question, and show 5-criteria instant scoring.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Step 7: Launch Aptitude Quiz, demonstrate timer, question palette, and technical explanations.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Step 8: Switch to Admin Account (admin@careerpilot.ai / AdminPassword123!).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Step 9: Showcase platform analytics, candidate activation toggle, and Job/Question CRUD.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Step 10: Demonstrate security: Inspect DevTools to prove token is in HttpOnly cookie.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[ACHIEVEMENTS] Key Achievements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Delivered a production-ready, full-stack platform addressing real campus placement challenges.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Integrated cutting-edge AI (Google Gemini 1.5 Flash) with fail-safe heuristic fallback architecture.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Implemented institutional-grade security with HttpOnly cookies, bcrypt hashing, and rate limiting.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Exhaustively tested with 70 automated tests and comprehensive academic documentation (SRS, Schema, Viva Guide).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[ROADMAP] Future Scope &amp; Enhancements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Real-Time Speech-to-Text: Live voice interviews with conversational AI speech synthesis (Whisper/WebSpeech).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Collaborative Coding Sandbox: Live shared code editor with automated unit test execution via WebSockets.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College Placement Cell Portal: Institutional dashboard allowing Training &amp; Placement Officers (TPO) to track batch-wide hiring statistics.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Automated Video Proctoring: Web camera gaze tracking for anti-cheating during campus placement tests.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Aft>
                <a:spcPts val="2000"/>
              </a:spcAft>
              <a:defRPr sz="2600" b="1">
                <a:solidFill>
                  <a:srgbClr val="10B981"/>
                </a:solidFill>
              </a:defRPr>
            </a:pPr>
            <a:r>
              <a:t>Questions &amp; Discussion</a:t>
            </a:r>
          </a:p>
          <a:p>
            <a:pPr algn="ctr">
              <a:defRPr sz="1500">
                <a:solidFill>
                  <a:srgbClr val="CBD5E1"/>
                </a:solidFill>
              </a:defRPr>
            </a:pPr>
            <a:r>
              <a:t>Project: CareerPilot AI – AI-Based Career and Placement Preparation Platform</a:t>
            </a:r>
            <a:br/>
            <a:r>
              <a:t>GitHub: github.com/kkt9519/AI-Based-Career-and-Placement-Preparation-Platform</a:t>
            </a:r>
            <a:br/>
            <a:r>
              <a:t>Department of Computer Science &amp;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